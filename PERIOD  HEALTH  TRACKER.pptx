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4BC31-B50E-4CF6-AD8B-96609A89C501}" v="55" dt="2026-04-02T16:07:06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5" autoAdjust="0"/>
    <p:restoredTop sz="86441" autoAdjust="0"/>
  </p:normalViewPr>
  <p:slideViewPr>
    <p:cSldViewPr snapToGrid="0">
      <p:cViewPr varScale="1">
        <p:scale>
          <a:sx n="55" d="100"/>
          <a:sy n="55" d="100"/>
        </p:scale>
        <p:origin x="113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13" b="-69313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256469" y="1592824"/>
            <a:ext cx="16230600" cy="149974"/>
            <a:chOff x="0" y="0"/>
            <a:chExt cx="4052983" cy="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73024" y="365758"/>
            <a:ext cx="10395942" cy="111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  <a:spcBef>
                <a:spcPct val="0"/>
              </a:spcBef>
            </a:pPr>
            <a:r>
              <a:rPr lang="en-US" sz="5999" b="1" spc="-2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2526444"/>
            <a:ext cx="11363144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</a:t>
            </a:r>
            <a:r>
              <a:rPr lang="en-US" sz="3199" b="1" spc="-1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PERIOD  HEALTH   </a:t>
            </a: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5956" y="3791744"/>
            <a:ext cx="9607295" cy="55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 STACK TRIO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956" y="4798208"/>
            <a:ext cx="12937944" cy="3635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1. VADIKARI ANURADHA(25MIB10023)</a:t>
            </a:r>
          </a:p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 2. PANNALA SUMASRI (25BAI10690)</a:t>
            </a:r>
          </a:p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 3. ANASI HASINI(25MIM10076)</a:t>
            </a:r>
          </a:p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endParaRPr lang="en-US" sz="3199" b="1" spc="-115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90874" lvl="1" indent="-345437" algn="l">
              <a:lnSpc>
                <a:spcPts val="4831"/>
              </a:lnSpc>
              <a:spcBef>
                <a:spcPct val="0"/>
              </a:spcBef>
              <a:buFont typeface="Arial"/>
              <a:buChar char="•"/>
            </a:pPr>
            <a:endParaRPr lang="en-US" sz="3199" b="1" spc="-115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345437" lvl="1" algn="l">
              <a:lnSpc>
                <a:spcPts val="4831"/>
              </a:lnSpc>
              <a:spcBef>
                <a:spcPct val="0"/>
              </a:spcBef>
            </a:pPr>
            <a:r>
              <a:rPr lang="en-US" sz="3199" b="1" spc="-115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 : 01-04-2026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" y="25615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36741" y="525462"/>
            <a:ext cx="6614517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9989" y="3092432"/>
            <a:ext cx="17768019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.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Many teenagers face problem in tracking  their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mensurational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cycle due to  forgetfulness   in their cycle length,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Irregular periods, stress , lack of  intaking of  proper food , irregular sleep intervals ..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3848" y="5083135"/>
            <a:ext cx="15697919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.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Mainly in teenage  girls  (13 – 19 years)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9989" y="6389272"/>
            <a:ext cx="16784951" cy="3641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?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Many people forget to track their cycles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of awareness about menstrual health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Irregular cycles go unnoticed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motivation for consistent tracking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affect physical &amp; mental health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99083" y="2400705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9915" y="-709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69709" y="525462"/>
            <a:ext cx="9308753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1872" y="2920597"/>
            <a:ext cx="16230600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Manual solutions (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calender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dairy , noter book) ,Wearable tech  (smart watch s, health apps),</a:t>
            </a:r>
          </a:p>
          <a:p>
            <a:pPr marL="367028" lvl="1"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 apps with cycle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tracking:PinkBird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Period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TrackerMaya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Period Tracker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1872" y="4803118"/>
            <a:ext cx="16049219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Sharing with Third Parties,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Assuming Average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Cycles,Failure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with Irregular Cycles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6172" y="6796187"/>
            <a:ext cx="16570828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Simple and easy-to-use interface for all age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groupsReminder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-based streak tracking (to avoid missing entries)Works offline for better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accessibilityImproved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prediction using consistent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trackingPrivacy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-focused design (secure data)Support for multiple languages (especially regional users)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1872" y="1656550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6113000" y="525462"/>
            <a:ext cx="6320879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763045"/>
            <a:ext cx="16802100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 .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Period Streak Tracker is more than an ordinary tracker because it is designed to emphasize the importance of consistency, awareness, and intelligent assistance, especially for all kinds of users.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Our solution is an easy and user-friendly Period Streak Tracker application that enables users to easily                  record, track, and maintain their consistent record of their menstrual cycle.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728336"/>
            <a:ext cx="16580758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Easy period start/end logging Smart reminders &amp; notifications Automatic cycle prediction  Symptom tracking (mood, pain, flow)Privacy protection (secure data)Offline + online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supportalerts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for irregular cycles Streak tracking (consistency motivation)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138804"/>
            <a:ext cx="16301358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Prevents forgetting with automated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remindersPredicts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upcoming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periodsPredicts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both regular and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irregularHelps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understand symptoms and body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changesAlerts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on unusual changes, promoting early health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awarenessEncourages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good habits with streak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trackingMakes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tracking convenient anywhere, anytime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613071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2232" y="396022"/>
            <a:ext cx="863878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519" y="1732718"/>
            <a:ext cx="14675628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architecture diagram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→ Frontend → Backend/API → Database + AI + Notifications → UI Output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981" y="7217282"/>
            <a:ext cx="17802839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flowbriefly</a:t>
            </a: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inputs period data into the app ,Frontend sends data to backend via API ,Backend processes data and calculates predictions &amp; streaks, Data is saved to database , Backend returns results to frontend , User views calendar, streaks, and predictions , Notification service sends notifications based on data , AI prediction future , Offline manual tracking , Data protection (especially important for health apps)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631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931A91D5-B1AB-A52C-CEE2-87262C208844}"/>
              </a:ext>
            </a:extLst>
          </p:cNvPr>
          <p:cNvSpPr txBox="1"/>
          <p:nvPr/>
        </p:nvSpPr>
        <p:spPr>
          <a:xfrm>
            <a:off x="756981" y="2945617"/>
            <a:ext cx="17446886" cy="4872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(Frontend, Backend, Database, APIs)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Frontend,Mobile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App , User inputs: Period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dates,Symptoms,Cycle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lengthDisplays:Calendar,Streak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tracking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Predictions,Backend,Handles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logic &amp;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processing,Calculates:Cycle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prediction,Streaks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(continuous tracking)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Manages user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authentication,Sends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 to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database,Database,Stores:,User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profile,Period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history,Symptoms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data,Example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Firebase /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MySQL,APIs,Connect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frontend ↔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backend,External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APIs:,Health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APIs (optional)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Notification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services,Sends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reminders:,Upcoming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period,Logging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reminder,Example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Firebase Cloud Messaging</a:t>
            </a:r>
          </a:p>
          <a:p>
            <a:pPr marL="3934456" lvl="8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333" y="0"/>
            <a:ext cx="181737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I</a:t>
            </a: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endParaRPr lang="en-IN" sz="2400" dirty="0">
              <a:latin typeface="Arial Narrow" panose="020B0606020202030204" pitchFamily="34" charset="0"/>
            </a:endParaRPr>
          </a:p>
          <a:p>
            <a:r>
              <a:rPr lang="en-IN" sz="2400" dirty="0">
                <a:latin typeface="Arial Narrow" panose="020B0606020202030204" pitchFamily="34" charset="0"/>
              </a:rPr>
              <a:t>IIH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54672" y="396022"/>
            <a:ext cx="10896416" cy="88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33389" y="1748448"/>
            <a:ext cx="18049913" cy="6103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step-by-step working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Start, 2. Login 3. Input Basic Details   : Period duration (e.g., 4–5 days) 4. Store Data (Save user input securely in database) ,5. Calculate Next Cycle : Predict next period date ,6. Track Daily Logs : Symptoms (pain, mood, etc.) ,7. Streak Tracking Logic  : If user misses logging → streak resets or pauses ,8. Notifications / Reminders : Period reminder,9. Data Visualization : Calendar view10. Insights &amp; Suggestions :Health tips , Irregular cycle alerts,11. End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user flow or system flow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→ Login → Enter Details → Track Daily → View Predictions → Maintain Streak → Get Insights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→ Database → Processing Algorithm → Prediction → Output (UI + Notifications)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458206" y="7435452"/>
            <a:ext cx="5573762" cy="56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856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176252" y="7805768"/>
            <a:ext cx="19470169" cy="1179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a proper flowchart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Start → Login → Input → Track → Decision → Process → Output → End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87580" y="1549207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07241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94512" y="377531"/>
            <a:ext cx="7543705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5156" y="1922124"/>
            <a:ext cx="16230600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Flutter – For building a cross-platform mobile app (Android + iOS) with one codebase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HTML, CSS, JavaScript (if web) – For responsive and interactive UI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React Native (alternative) – Fast development with reusable components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5156" y="4284851"/>
            <a:ext cx="17051933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Firebase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Firestore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– Real-time database, easy integration, scalable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MongoDB – NoSQL database to store flexible user health data securely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5156" y="6131510"/>
            <a:ext cx="14853510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 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Firebase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Firestore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– Real-time database, easy integration, scalable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MongoDB – NoSQL database to store flexible user health data securely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978169"/>
            <a:ext cx="17051933" cy="425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and APIs used and </a:t>
            </a:r>
            <a:r>
              <a:rPr lang="en-US" sz="3399" spc="-27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eason for choosing each (1 line each)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Firebase Auth – Secure login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Firestore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DB – Real-time data storage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FCM – Push notifications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Chart.js – Data visualization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– Version control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Figma – UI design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406083"/>
            <a:ext cx="16230600" cy="149974"/>
            <a:chOff x="0" y="0"/>
            <a:chExt cx="4052983" cy="37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9717" y="19396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30031" y="376633"/>
            <a:ext cx="9648513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0482" y="1567362"/>
            <a:ext cx="17147035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Step-by-step development plan</a:t>
            </a:r>
          </a:p>
          <a:p>
            <a:pPr marL="734059" lvl="1" indent="-367030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Analysis,UI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Design,Frontend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Development,Backend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Setup,Database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Integration,Add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Prediction &amp; Streak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Logic,Notifications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Setup,Testing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&amp;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6077" y="3340557"/>
            <a:ext cx="14962467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or features to be built</a:t>
            </a:r>
          </a:p>
          <a:p>
            <a:pPr marL="734059" lvl="1" indent="-367030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Authentication (Login/Signup),Cycle Tracking Module, Streak Tracking System, Notification &amp; Reminder </a:t>
            </a:r>
            <a:r>
              <a:rPr lang="en-US" sz="3399" b="1" spc="-27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System,Data</a:t>
            </a: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Visualization (graphs &amp; calendar),Prediction Engine, Health Insights Module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9718" y="6108281"/>
            <a:ext cx="17097615" cy="2410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Timeline (if applicable)</a:t>
            </a:r>
          </a:p>
          <a:p>
            <a:pPr marL="367029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Day 1: Idea + UI Design</a:t>
            </a:r>
          </a:p>
          <a:p>
            <a:pPr marL="367029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Day 2: Frontend + Backend Setup</a:t>
            </a:r>
          </a:p>
          <a:p>
            <a:pPr marL="367029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Day 3: Features + Testing + Final Presentation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16733" y="145975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857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96553" y="377591"/>
            <a:ext cx="10066356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3296" y="1849267"/>
            <a:ext cx="16894637" cy="3026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Accurate prediction of menstrual cycles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Improved consistency through streak tracking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Better understanding of personal health patterns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Easy and user-friendly cycle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596" y="4744763"/>
            <a:ext cx="17022149" cy="3641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Helps users never miss tracking their periods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Timely reminders for periods and ovulation Personalized health insights and tips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representation of cycle data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and private data handling</a:t>
            </a:r>
          </a:p>
          <a:p>
            <a:pPr marL="734056" lvl="1" indent="-367028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Awareness about menstrual health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6513" y="8563231"/>
            <a:ext cx="16596988" cy="3641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 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Promotes menstrual health awareness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Helps detect irregular cycles early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Supports better health decisions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Reduces stress and uncertainty about periods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Encourages self-care and routine tracking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65415" y="1441864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3647" y="331023"/>
            <a:ext cx="9836646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7221" y="1528097"/>
            <a:ext cx="16929422" cy="2392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AI-based advanced predictions for increased accuracy Integration with wearable devices (smartwatch, fitness bands) Personalized health tips &amp; recommendations Include support for more regions and languages Include secure cloud backup and sync Include an option to connect with doctors/experts Include advanced data analytics and reports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672" y="7173993"/>
            <a:ext cx="17785085" cy="3008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Has the potential to be extended to a full health tracking system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Has the potential to be used rural areas, and communities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Has the potential to support millions of users across the globe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Has the potential to be updated to include new features in the future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0342" y="3726483"/>
            <a:ext cx="17043797" cy="3641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6" lvl="1" indent="-367028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project offers a simple and effective solution for menstrual tracking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uses a combination of digital and manual methods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emphasizes accessibility, awareness, and consistency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helps users understand their health better</a:t>
            </a:r>
          </a:p>
          <a:p>
            <a:pPr marL="367028" lvl="1">
              <a:lnSpc>
                <a:spcPts val="4759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is applicable to all age groups and backgrounds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36043" y="1423973"/>
            <a:ext cx="16230600" cy="149974"/>
            <a:chOff x="0" y="0"/>
            <a:chExt cx="4052983" cy="37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52983" cy="37450"/>
            </a:xfrm>
            <a:custGeom>
              <a:avLst/>
              <a:gdLst/>
              <a:ahLst/>
              <a:cxnLst/>
              <a:rect l="l" t="t" r="r" b="b"/>
              <a:pathLst>
                <a:path w="4052983" h="37450">
                  <a:moveTo>
                    <a:pt x="0" y="0"/>
                  </a:moveTo>
                  <a:lnTo>
                    <a:pt x="4052983" y="0"/>
                  </a:lnTo>
                  <a:lnTo>
                    <a:pt x="4052983" y="37450"/>
                  </a:lnTo>
                  <a:lnTo>
                    <a:pt x="0" y="37450"/>
                  </a:lnTo>
                  <a:close/>
                </a:path>
              </a:pathLst>
            </a:custGeom>
            <a:gradFill rotWithShape="1">
              <a:gsLst>
                <a:gs pos="0">
                  <a:srgbClr val="FFC4E1">
                    <a:alpha val="0"/>
                  </a:srgbClr>
                </a:gs>
                <a:gs pos="25000">
                  <a:srgbClr val="C4FBFF">
                    <a:alpha val="100000"/>
                  </a:srgbClr>
                </a:gs>
                <a:gs pos="50000">
                  <a:srgbClr val="DAFCFF">
                    <a:alpha val="100000"/>
                  </a:srgbClr>
                </a:gs>
                <a:gs pos="75000">
                  <a:srgbClr val="C4FBFF">
                    <a:alpha val="60000"/>
                  </a:srgbClr>
                </a:gs>
                <a:gs pos="100000">
                  <a:srgbClr val="FFC4E1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52983" cy="7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3296" y="575308"/>
            <a:ext cx="2131575" cy="1004833"/>
          </a:xfrm>
          <a:custGeom>
            <a:avLst/>
            <a:gdLst/>
            <a:ahLst/>
            <a:cxnLst/>
            <a:rect l="l" t="t" r="r" b="b"/>
            <a:pathLst>
              <a:path w="2131575" h="1004833">
                <a:moveTo>
                  <a:pt x="0" y="0"/>
                </a:moveTo>
                <a:lnTo>
                  <a:pt x="2131575" y="0"/>
                </a:lnTo>
                <a:lnTo>
                  <a:pt x="2131575" y="1004833"/>
                </a:lnTo>
                <a:lnTo>
                  <a:pt x="0" y="100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78666" y="-269126"/>
            <a:ext cx="2475692" cy="2475692"/>
          </a:xfrm>
          <a:custGeom>
            <a:avLst/>
            <a:gdLst/>
            <a:ahLst/>
            <a:cxnLst/>
            <a:rect l="l" t="t" r="r" b="b"/>
            <a:pathLst>
              <a:path w="2475692" h="2475692">
                <a:moveTo>
                  <a:pt x="0" y="0"/>
                </a:moveTo>
                <a:lnTo>
                  <a:pt x="2475692" y="0"/>
                </a:lnTo>
                <a:lnTo>
                  <a:pt x="2475692" y="2475692"/>
                </a:lnTo>
                <a:lnTo>
                  <a:pt x="0" y="2475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1257</Words>
  <Application>Microsoft Office PowerPoint</Application>
  <PresentationFormat>Custom</PresentationFormat>
  <Paragraphs>135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Narrow</vt:lpstr>
      <vt:lpstr>Calibri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anasi hasini</dc:creator>
  <cp:lastModifiedBy>A HASINI</cp:lastModifiedBy>
  <cp:revision>3</cp:revision>
  <dcterms:modified xsi:type="dcterms:W3CDTF">2026-04-02T16:18:48Z</dcterms:modified>
</cp:coreProperties>
</file>